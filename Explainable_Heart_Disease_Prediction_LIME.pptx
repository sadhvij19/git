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Heart Disease Prediction using LIME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+ Explainable AI Project</a:t>
            </a:r>
          </a:p>
          <a:p>
            <a:r>
              <a:t>Submitted by: Student</a:t>
            </a:r>
          </a:p>
          <a:p/>
          <a:p>
            <a:r>
              <a:t>Model: Logistic Regression</a:t>
            </a:r>
          </a:p>
          <a:p>
            <a:r>
              <a:t>Explainability: LIME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Heart disease is a leading global health issue</a:t>
            </a:r>
          </a:p>
          <a:p>
            <a:r>
              <a:t>• Machine Learning helps early detection</a:t>
            </a:r>
          </a:p>
          <a:p>
            <a:r>
              <a:t>• Transparency is required in healthcare predictions</a:t>
            </a:r>
          </a:p>
          <a:p>
            <a:r>
              <a:t>• XAI (Explainable AI) improves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heart disease using ML</a:t>
            </a:r>
          </a:p>
          <a:p>
            <a:r>
              <a:t>• Provide explanations using LIME</a:t>
            </a:r>
          </a:p>
          <a:p>
            <a:r>
              <a:t>• Enhance trust in healthcare AI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Heart Disease UCI</a:t>
            </a:r>
          </a:p>
          <a:p>
            <a:r>
              <a:t>• Features: 13 medical parameters</a:t>
            </a:r>
          </a:p>
          <a:p>
            <a:r>
              <a:t>• Target: Disease (1) / No Disease (0)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Algorithm: Logistic Regression</a:t>
            </a:r>
          </a:p>
          <a:p>
            <a:r>
              <a:t>• Reason: Interpretable baseline model</a:t>
            </a:r>
          </a:p>
          <a:p>
            <a:r>
              <a:t>• Train/Test split: 80/20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Accuracy: ~87%</a:t>
            </a:r>
          </a:p>
          <a:p>
            <a:r>
              <a:t>• Precision / Recall Balanced</a:t>
            </a:r>
          </a:p>
          <a:p>
            <a:r>
              <a:t>• Good clinical interpretability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(LIME)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LIME explains individual predictions</a:t>
            </a:r>
          </a:p>
          <a:p>
            <a:r>
              <a:t>• Shows feature contribution</a:t>
            </a:r>
          </a:p>
          <a:p>
            <a:r>
              <a:t>• Helps doctors understand model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Achieved reliable accuracy</a:t>
            </a:r>
          </a:p>
          <a:p>
            <a:r>
              <a:t>• LIME provides transparent decisions</a:t>
            </a:r>
          </a:p>
          <a:p>
            <a:r>
              <a:t>• Useful for healthcare decision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